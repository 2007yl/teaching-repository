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5" r:id="rId7"/>
    <p:sldId id="264" r:id="rId8"/>
    <p:sldId id="263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7C2C9-193A-4A2A-8F17-8CB3F235343B}" v="29" dt="2024-06-04T16:12:10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Yang" userId="f5cb7a41-e920-4ce0-ad55-a6edfe2cdd3b" providerId="ADAL" clId="{2E47C2C9-193A-4A2A-8F17-8CB3F235343B}"/>
    <pc:docChg chg="custSel addSld delSld modSld sldOrd">
      <pc:chgData name="Liu, Yang" userId="f5cb7a41-e920-4ce0-ad55-a6edfe2cdd3b" providerId="ADAL" clId="{2E47C2C9-193A-4A2A-8F17-8CB3F235343B}" dt="2024-06-04T20:34:15.624" v="892" actId="20577"/>
      <pc:docMkLst>
        <pc:docMk/>
      </pc:docMkLst>
      <pc:sldChg chg="del">
        <pc:chgData name="Liu, Yang" userId="f5cb7a41-e920-4ce0-ad55-a6edfe2cdd3b" providerId="ADAL" clId="{2E47C2C9-193A-4A2A-8F17-8CB3F235343B}" dt="2024-06-04T16:16:40.329" v="804" actId="47"/>
        <pc:sldMkLst>
          <pc:docMk/>
          <pc:sldMk cId="2755701296" sldId="256"/>
        </pc:sldMkLst>
      </pc:sldChg>
      <pc:sldChg chg="modSp mod">
        <pc:chgData name="Liu, Yang" userId="f5cb7a41-e920-4ce0-ad55-a6edfe2cdd3b" providerId="ADAL" clId="{2E47C2C9-193A-4A2A-8F17-8CB3F235343B}" dt="2024-06-04T16:17:10.958" v="811" actId="20577"/>
        <pc:sldMkLst>
          <pc:docMk/>
          <pc:sldMk cId="3432771881" sldId="257"/>
        </pc:sldMkLst>
        <pc:graphicFrameChg chg="modGraphic">
          <ac:chgData name="Liu, Yang" userId="f5cb7a41-e920-4ce0-ad55-a6edfe2cdd3b" providerId="ADAL" clId="{2E47C2C9-193A-4A2A-8F17-8CB3F235343B}" dt="2024-06-04T16:17:10.958" v="811" actId="20577"/>
          <ac:graphicFrameMkLst>
            <pc:docMk/>
            <pc:sldMk cId="3432771881" sldId="257"/>
            <ac:graphicFrameMk id="4" creationId="{C567BE9F-8FF8-F64E-6441-7EE0B381A8F3}"/>
          </ac:graphicFrameMkLst>
        </pc:graphicFrameChg>
      </pc:sldChg>
      <pc:sldChg chg="modSp mod">
        <pc:chgData name="Liu, Yang" userId="f5cb7a41-e920-4ce0-ad55-a6edfe2cdd3b" providerId="ADAL" clId="{2E47C2C9-193A-4A2A-8F17-8CB3F235343B}" dt="2024-06-04T16:17:25.566" v="818" actId="20577"/>
        <pc:sldMkLst>
          <pc:docMk/>
          <pc:sldMk cId="2930281175" sldId="258"/>
        </pc:sldMkLst>
        <pc:graphicFrameChg chg="modGraphic">
          <ac:chgData name="Liu, Yang" userId="f5cb7a41-e920-4ce0-ad55-a6edfe2cdd3b" providerId="ADAL" clId="{2E47C2C9-193A-4A2A-8F17-8CB3F235343B}" dt="2024-06-04T16:17:25.566" v="818" actId="20577"/>
          <ac:graphicFrameMkLst>
            <pc:docMk/>
            <pc:sldMk cId="2930281175" sldId="258"/>
            <ac:graphicFrameMk id="4" creationId="{C567BE9F-8FF8-F64E-6441-7EE0B381A8F3}"/>
          </ac:graphicFrameMkLst>
        </pc:graphicFrameChg>
      </pc:sldChg>
      <pc:sldChg chg="modSp mod">
        <pc:chgData name="Liu, Yang" userId="f5cb7a41-e920-4ce0-ad55-a6edfe2cdd3b" providerId="ADAL" clId="{2E47C2C9-193A-4A2A-8F17-8CB3F235343B}" dt="2024-06-04T16:17:40.406" v="826" actId="20577"/>
        <pc:sldMkLst>
          <pc:docMk/>
          <pc:sldMk cId="1002885587" sldId="259"/>
        </pc:sldMkLst>
        <pc:graphicFrameChg chg="modGraphic">
          <ac:chgData name="Liu, Yang" userId="f5cb7a41-e920-4ce0-ad55-a6edfe2cdd3b" providerId="ADAL" clId="{2E47C2C9-193A-4A2A-8F17-8CB3F235343B}" dt="2024-06-04T16:17:40.406" v="826" actId="20577"/>
          <ac:graphicFrameMkLst>
            <pc:docMk/>
            <pc:sldMk cId="1002885587" sldId="259"/>
            <ac:graphicFrameMk id="4" creationId="{C567BE9F-8FF8-F64E-6441-7EE0B381A8F3}"/>
          </ac:graphicFrameMkLst>
        </pc:graphicFrameChg>
      </pc:sldChg>
      <pc:sldChg chg="modSp mod">
        <pc:chgData name="Liu, Yang" userId="f5cb7a41-e920-4ce0-ad55-a6edfe2cdd3b" providerId="ADAL" clId="{2E47C2C9-193A-4A2A-8F17-8CB3F235343B}" dt="2024-06-04T16:17:48.605" v="834" actId="20577"/>
        <pc:sldMkLst>
          <pc:docMk/>
          <pc:sldMk cId="2870467191" sldId="260"/>
        </pc:sldMkLst>
        <pc:graphicFrameChg chg="modGraphic">
          <ac:chgData name="Liu, Yang" userId="f5cb7a41-e920-4ce0-ad55-a6edfe2cdd3b" providerId="ADAL" clId="{2E47C2C9-193A-4A2A-8F17-8CB3F235343B}" dt="2024-06-04T16:17:48.605" v="834" actId="20577"/>
          <ac:graphicFrameMkLst>
            <pc:docMk/>
            <pc:sldMk cId="2870467191" sldId="260"/>
            <ac:graphicFrameMk id="4" creationId="{C567BE9F-8FF8-F64E-6441-7EE0B381A8F3}"/>
          </ac:graphicFrameMkLst>
        </pc:graphicFrameChg>
      </pc:sldChg>
      <pc:sldChg chg="add del">
        <pc:chgData name="Liu, Yang" userId="f5cb7a41-e920-4ce0-ad55-a6edfe2cdd3b" providerId="ADAL" clId="{2E47C2C9-193A-4A2A-8F17-8CB3F235343B}" dt="2024-06-04T15:13:43.293" v="4" actId="47"/>
        <pc:sldMkLst>
          <pc:docMk/>
          <pc:sldMk cId="1533899214" sldId="261"/>
        </pc:sldMkLst>
      </pc:sldChg>
      <pc:sldChg chg="addSp modSp add mod ord">
        <pc:chgData name="Liu, Yang" userId="f5cb7a41-e920-4ce0-ad55-a6edfe2cdd3b" providerId="ADAL" clId="{2E47C2C9-193A-4A2A-8F17-8CB3F235343B}" dt="2024-06-04T20:34:15.624" v="892" actId="20577"/>
        <pc:sldMkLst>
          <pc:docMk/>
          <pc:sldMk cId="2191508481" sldId="262"/>
        </pc:sldMkLst>
        <pc:spChg chg="add mod">
          <ac:chgData name="Liu, Yang" userId="f5cb7a41-e920-4ce0-ad55-a6edfe2cdd3b" providerId="ADAL" clId="{2E47C2C9-193A-4A2A-8F17-8CB3F235343B}" dt="2024-06-04T15:19:01.342" v="153" actId="14100"/>
          <ac:spMkLst>
            <pc:docMk/>
            <pc:sldMk cId="2191508481" sldId="262"/>
            <ac:spMk id="3" creationId="{634DB12F-8C2A-29E4-7814-34AF324E544F}"/>
          </ac:spMkLst>
        </pc:spChg>
        <pc:spChg chg="add mod">
          <ac:chgData name="Liu, Yang" userId="f5cb7a41-e920-4ce0-ad55-a6edfe2cdd3b" providerId="ADAL" clId="{2E47C2C9-193A-4A2A-8F17-8CB3F235343B}" dt="2024-06-04T20:34:15.624" v="892" actId="20577"/>
          <ac:spMkLst>
            <pc:docMk/>
            <pc:sldMk cId="2191508481" sldId="262"/>
            <ac:spMk id="5" creationId="{4AE903A0-7888-72E5-4D86-F63A72E88F03}"/>
          </ac:spMkLst>
        </pc:spChg>
        <pc:spChg chg="mod">
          <ac:chgData name="Liu, Yang" userId="f5cb7a41-e920-4ce0-ad55-a6edfe2cdd3b" providerId="ADAL" clId="{2E47C2C9-193A-4A2A-8F17-8CB3F235343B}" dt="2024-06-04T15:15:12.519" v="70" actId="14100"/>
          <ac:spMkLst>
            <pc:docMk/>
            <pc:sldMk cId="2191508481" sldId="262"/>
            <ac:spMk id="6" creationId="{69871993-A7C2-8CFE-81D8-D017471C5576}"/>
          </ac:spMkLst>
        </pc:spChg>
        <pc:graphicFrameChg chg="add mod modGraphic">
          <ac:chgData name="Liu, Yang" userId="f5cb7a41-e920-4ce0-ad55-a6edfe2cdd3b" providerId="ADAL" clId="{2E47C2C9-193A-4A2A-8F17-8CB3F235343B}" dt="2024-06-04T16:18:09.845" v="852" actId="20577"/>
          <ac:graphicFrameMkLst>
            <pc:docMk/>
            <pc:sldMk cId="2191508481" sldId="262"/>
            <ac:graphicFrameMk id="2" creationId="{E94C9734-73CE-4E5A-AB38-033B4C9D6BEC}"/>
          </ac:graphicFrameMkLst>
        </pc:graphicFrameChg>
        <pc:graphicFrameChg chg="modGraphic">
          <ac:chgData name="Liu, Yang" userId="f5cb7a41-e920-4ce0-ad55-a6edfe2cdd3b" providerId="ADAL" clId="{2E47C2C9-193A-4A2A-8F17-8CB3F235343B}" dt="2024-06-04T16:18:02.989" v="842" actId="20577"/>
          <ac:graphicFrameMkLst>
            <pc:docMk/>
            <pc:sldMk cId="2191508481" sldId="262"/>
            <ac:graphicFrameMk id="4" creationId="{C567BE9F-8FF8-F64E-6441-7EE0B381A8F3}"/>
          </ac:graphicFrameMkLst>
        </pc:graphicFrameChg>
      </pc:sldChg>
      <pc:sldChg chg="addSp delSp modSp add mod ord">
        <pc:chgData name="Liu, Yang" userId="f5cb7a41-e920-4ce0-ad55-a6edfe2cdd3b" providerId="ADAL" clId="{2E47C2C9-193A-4A2A-8F17-8CB3F235343B}" dt="2024-06-04T15:48:30.583" v="569" actId="1076"/>
        <pc:sldMkLst>
          <pc:docMk/>
          <pc:sldMk cId="3674554661" sldId="263"/>
        </pc:sldMkLst>
        <pc:spChg chg="del">
          <ac:chgData name="Liu, Yang" userId="f5cb7a41-e920-4ce0-ad55-a6edfe2cdd3b" providerId="ADAL" clId="{2E47C2C9-193A-4A2A-8F17-8CB3F235343B}" dt="2024-06-04T15:26:38.415" v="308" actId="478"/>
          <ac:spMkLst>
            <pc:docMk/>
            <pc:sldMk cId="3674554661" sldId="263"/>
            <ac:spMk id="3" creationId="{634DB12F-8C2A-29E4-7814-34AF324E544F}"/>
          </ac:spMkLst>
        </pc:spChg>
        <pc:spChg chg="del">
          <ac:chgData name="Liu, Yang" userId="f5cb7a41-e920-4ce0-ad55-a6edfe2cdd3b" providerId="ADAL" clId="{2E47C2C9-193A-4A2A-8F17-8CB3F235343B}" dt="2024-06-04T15:26:45.729" v="310" actId="478"/>
          <ac:spMkLst>
            <pc:docMk/>
            <pc:sldMk cId="3674554661" sldId="263"/>
            <ac:spMk id="5" creationId="{4AE903A0-7888-72E5-4D86-F63A72E88F03}"/>
          </ac:spMkLst>
        </pc:spChg>
        <pc:spChg chg="mod">
          <ac:chgData name="Liu, Yang" userId="f5cb7a41-e920-4ce0-ad55-a6edfe2cdd3b" providerId="ADAL" clId="{2E47C2C9-193A-4A2A-8F17-8CB3F235343B}" dt="2024-06-04T15:48:30.583" v="569" actId="1076"/>
          <ac:spMkLst>
            <pc:docMk/>
            <pc:sldMk cId="3674554661" sldId="263"/>
            <ac:spMk id="6" creationId="{69871993-A7C2-8CFE-81D8-D017471C5576}"/>
          </ac:spMkLst>
        </pc:spChg>
        <pc:spChg chg="mod">
          <ac:chgData name="Liu, Yang" userId="f5cb7a41-e920-4ce0-ad55-a6edfe2cdd3b" providerId="ADAL" clId="{2E47C2C9-193A-4A2A-8F17-8CB3F235343B}" dt="2024-06-04T15:26:07.733" v="306" actId="20577"/>
          <ac:spMkLst>
            <pc:docMk/>
            <pc:sldMk cId="3674554661" sldId="263"/>
            <ac:spMk id="7" creationId="{AFA1EEBB-BC83-ADAF-62E5-C4D1C6E2018C}"/>
          </ac:spMkLst>
        </pc:spChg>
        <pc:spChg chg="add mod">
          <ac:chgData name="Liu, Yang" userId="f5cb7a41-e920-4ce0-ad55-a6edfe2cdd3b" providerId="ADAL" clId="{2E47C2C9-193A-4A2A-8F17-8CB3F235343B}" dt="2024-06-04T15:27:31.422" v="333" actId="14100"/>
          <ac:spMkLst>
            <pc:docMk/>
            <pc:sldMk cId="3674554661" sldId="263"/>
            <ac:spMk id="8" creationId="{AF00F1E8-D483-FCD9-9DFD-56B945C5B9CE}"/>
          </ac:spMkLst>
        </pc:spChg>
        <pc:spChg chg="add mod">
          <ac:chgData name="Liu, Yang" userId="f5cb7a41-e920-4ce0-ad55-a6edfe2cdd3b" providerId="ADAL" clId="{2E47C2C9-193A-4A2A-8F17-8CB3F235343B}" dt="2024-06-04T15:27:14.431" v="317" actId="1076"/>
          <ac:spMkLst>
            <pc:docMk/>
            <pc:sldMk cId="3674554661" sldId="263"/>
            <ac:spMk id="9" creationId="{6CBBF3EC-5D0A-82D2-DCB1-A755CAA9DB20}"/>
          </ac:spMkLst>
        </pc:spChg>
        <pc:graphicFrameChg chg="del">
          <ac:chgData name="Liu, Yang" userId="f5cb7a41-e920-4ce0-ad55-a6edfe2cdd3b" providerId="ADAL" clId="{2E47C2C9-193A-4A2A-8F17-8CB3F235343B}" dt="2024-06-04T15:26:42.143" v="309" actId="478"/>
          <ac:graphicFrameMkLst>
            <pc:docMk/>
            <pc:sldMk cId="3674554661" sldId="263"/>
            <ac:graphicFrameMk id="2" creationId="{E94C9734-73CE-4E5A-AB38-033B4C9D6BEC}"/>
          </ac:graphicFrameMkLst>
        </pc:graphicFrameChg>
        <pc:graphicFrameChg chg="mod modGraphic">
          <ac:chgData name="Liu, Yang" userId="f5cb7a41-e920-4ce0-ad55-a6edfe2cdd3b" providerId="ADAL" clId="{2E47C2C9-193A-4A2A-8F17-8CB3F235343B}" dt="2024-06-04T15:45:32.633" v="507"/>
          <ac:graphicFrameMkLst>
            <pc:docMk/>
            <pc:sldMk cId="3674554661" sldId="263"/>
            <ac:graphicFrameMk id="4" creationId="{C567BE9F-8FF8-F64E-6441-7EE0B381A8F3}"/>
          </ac:graphicFrameMkLst>
        </pc:graphicFrameChg>
        <pc:graphicFrameChg chg="add mod modGraphic">
          <ac:chgData name="Liu, Yang" userId="f5cb7a41-e920-4ce0-ad55-a6edfe2cdd3b" providerId="ADAL" clId="{2E47C2C9-193A-4A2A-8F17-8CB3F235343B}" dt="2024-06-04T15:46:28.249" v="559" actId="20577"/>
          <ac:graphicFrameMkLst>
            <pc:docMk/>
            <pc:sldMk cId="3674554661" sldId="263"/>
            <ac:graphicFrameMk id="10" creationId="{49A1C135-47B1-EBFA-8F93-05D22320D9DB}"/>
          </ac:graphicFrameMkLst>
        </pc:graphicFrameChg>
      </pc:sldChg>
      <pc:sldChg chg="addSp delSp modSp add mod">
        <pc:chgData name="Liu, Yang" userId="f5cb7a41-e920-4ce0-ad55-a6edfe2cdd3b" providerId="ADAL" clId="{2E47C2C9-193A-4A2A-8F17-8CB3F235343B}" dt="2024-06-04T15:42:38.870" v="491" actId="20577"/>
        <pc:sldMkLst>
          <pc:docMk/>
          <pc:sldMk cId="1822784393" sldId="264"/>
        </pc:sldMkLst>
        <pc:spChg chg="add mod">
          <ac:chgData name="Liu, Yang" userId="f5cb7a41-e920-4ce0-ad55-a6edfe2cdd3b" providerId="ADAL" clId="{2E47C2C9-193A-4A2A-8F17-8CB3F235343B}" dt="2024-06-04T15:42:38.870" v="491" actId="20577"/>
          <ac:spMkLst>
            <pc:docMk/>
            <pc:sldMk cId="1822784393" sldId="264"/>
            <ac:spMk id="2" creationId="{BE7E44A6-C2AA-C2CC-3965-E59704A07812}"/>
          </ac:spMkLst>
        </pc:spChg>
        <pc:spChg chg="mod">
          <ac:chgData name="Liu, Yang" userId="f5cb7a41-e920-4ce0-ad55-a6edfe2cdd3b" providerId="ADAL" clId="{2E47C2C9-193A-4A2A-8F17-8CB3F235343B}" dt="2024-06-04T15:33:57.197" v="432" actId="20577"/>
          <ac:spMkLst>
            <pc:docMk/>
            <pc:sldMk cId="1822784393" sldId="264"/>
            <ac:spMk id="6" creationId="{69871993-A7C2-8CFE-81D8-D017471C5576}"/>
          </ac:spMkLst>
        </pc:spChg>
        <pc:spChg chg="del">
          <ac:chgData name="Liu, Yang" userId="f5cb7a41-e920-4ce0-ad55-a6edfe2cdd3b" providerId="ADAL" clId="{2E47C2C9-193A-4A2A-8F17-8CB3F235343B}" dt="2024-06-04T15:34:56.687" v="442" actId="478"/>
          <ac:spMkLst>
            <pc:docMk/>
            <pc:sldMk cId="1822784393" sldId="264"/>
            <ac:spMk id="7" creationId="{AFA1EEBB-BC83-ADAF-62E5-C4D1C6E2018C}"/>
          </ac:spMkLst>
        </pc:spChg>
        <pc:spChg chg="del">
          <ac:chgData name="Liu, Yang" userId="f5cb7a41-e920-4ce0-ad55-a6edfe2cdd3b" providerId="ADAL" clId="{2E47C2C9-193A-4A2A-8F17-8CB3F235343B}" dt="2024-06-04T15:34:11.615" v="434" actId="478"/>
          <ac:spMkLst>
            <pc:docMk/>
            <pc:sldMk cId="1822784393" sldId="264"/>
            <ac:spMk id="8" creationId="{AF00F1E8-D483-FCD9-9DFD-56B945C5B9CE}"/>
          </ac:spMkLst>
        </pc:spChg>
        <pc:spChg chg="del">
          <ac:chgData name="Liu, Yang" userId="f5cb7a41-e920-4ce0-ad55-a6edfe2cdd3b" providerId="ADAL" clId="{2E47C2C9-193A-4A2A-8F17-8CB3F235343B}" dt="2024-06-04T15:34:08.641" v="433" actId="478"/>
          <ac:spMkLst>
            <pc:docMk/>
            <pc:sldMk cId="1822784393" sldId="264"/>
            <ac:spMk id="9" creationId="{6CBBF3EC-5D0A-82D2-DCB1-A755CAA9DB20}"/>
          </ac:spMkLst>
        </pc:spChg>
        <pc:graphicFrameChg chg="mod modGraphic">
          <ac:chgData name="Liu, Yang" userId="f5cb7a41-e920-4ce0-ad55-a6edfe2cdd3b" providerId="ADAL" clId="{2E47C2C9-193A-4A2A-8F17-8CB3F235343B}" dt="2024-06-04T15:40:16.494" v="474" actId="20577"/>
          <ac:graphicFrameMkLst>
            <pc:docMk/>
            <pc:sldMk cId="1822784393" sldId="264"/>
            <ac:graphicFrameMk id="4" creationId="{C567BE9F-8FF8-F64E-6441-7EE0B381A8F3}"/>
          </ac:graphicFrameMkLst>
        </pc:graphicFrameChg>
        <pc:graphicFrameChg chg="del">
          <ac:chgData name="Liu, Yang" userId="f5cb7a41-e920-4ce0-ad55-a6edfe2cdd3b" providerId="ADAL" clId="{2E47C2C9-193A-4A2A-8F17-8CB3F235343B}" dt="2024-06-04T15:40:27.111" v="475" actId="478"/>
          <ac:graphicFrameMkLst>
            <pc:docMk/>
            <pc:sldMk cId="1822784393" sldId="264"/>
            <ac:graphicFrameMk id="10" creationId="{49A1C135-47B1-EBFA-8F93-05D22320D9DB}"/>
          </ac:graphicFrameMkLst>
        </pc:graphicFrameChg>
      </pc:sldChg>
      <pc:sldChg chg="add">
        <pc:chgData name="Liu, Yang" userId="f5cb7a41-e920-4ce0-ad55-a6edfe2cdd3b" providerId="ADAL" clId="{2E47C2C9-193A-4A2A-8F17-8CB3F235343B}" dt="2024-06-04T15:45:06.953" v="504" actId="2890"/>
        <pc:sldMkLst>
          <pc:docMk/>
          <pc:sldMk cId="2882524935" sldId="265"/>
        </pc:sldMkLst>
      </pc:sldChg>
      <pc:sldChg chg="addSp delSp modSp add mod setBg">
        <pc:chgData name="Liu, Yang" userId="f5cb7a41-e920-4ce0-ad55-a6edfe2cdd3b" providerId="ADAL" clId="{2E47C2C9-193A-4A2A-8F17-8CB3F235343B}" dt="2024-06-04T15:49:11.081" v="571" actId="1076"/>
        <pc:sldMkLst>
          <pc:docMk/>
          <pc:sldMk cId="3894703183" sldId="266"/>
        </pc:sldMkLst>
        <pc:spChg chg="mod">
          <ac:chgData name="Liu, Yang" userId="f5cb7a41-e920-4ce0-ad55-a6edfe2cdd3b" providerId="ADAL" clId="{2E47C2C9-193A-4A2A-8F17-8CB3F235343B}" dt="2024-06-04T15:48:09.169" v="567" actId="26606"/>
          <ac:spMkLst>
            <pc:docMk/>
            <pc:sldMk cId="3894703183" sldId="266"/>
            <ac:spMk id="6" creationId="{69871993-A7C2-8CFE-81D8-D017471C5576}"/>
          </ac:spMkLst>
        </pc:spChg>
        <pc:spChg chg="del">
          <ac:chgData name="Liu, Yang" userId="f5cb7a41-e920-4ce0-ad55-a6edfe2cdd3b" providerId="ADAL" clId="{2E47C2C9-193A-4A2A-8F17-8CB3F235343B}" dt="2024-06-04T15:47:45.015" v="565" actId="478"/>
          <ac:spMkLst>
            <pc:docMk/>
            <pc:sldMk cId="3894703183" sldId="266"/>
            <ac:spMk id="7" creationId="{AFA1EEBB-BC83-ADAF-62E5-C4D1C6E2018C}"/>
          </ac:spMkLst>
        </pc:spChg>
        <pc:spChg chg="del">
          <ac:chgData name="Liu, Yang" userId="f5cb7a41-e920-4ce0-ad55-a6edfe2cdd3b" providerId="ADAL" clId="{2E47C2C9-193A-4A2A-8F17-8CB3F235343B}" dt="2024-06-04T15:47:40.583" v="563" actId="478"/>
          <ac:spMkLst>
            <pc:docMk/>
            <pc:sldMk cId="3894703183" sldId="266"/>
            <ac:spMk id="8" creationId="{AF00F1E8-D483-FCD9-9DFD-56B945C5B9CE}"/>
          </ac:spMkLst>
        </pc:spChg>
        <pc:spChg chg="del">
          <ac:chgData name="Liu, Yang" userId="f5cb7a41-e920-4ce0-ad55-a6edfe2cdd3b" providerId="ADAL" clId="{2E47C2C9-193A-4A2A-8F17-8CB3F235343B}" dt="2024-06-04T15:47:38.976" v="562" actId="478"/>
          <ac:spMkLst>
            <pc:docMk/>
            <pc:sldMk cId="3894703183" sldId="266"/>
            <ac:spMk id="9" creationId="{6CBBF3EC-5D0A-82D2-DCB1-A755CAA9DB20}"/>
          </ac:spMkLst>
        </pc:spChg>
        <pc:spChg chg="add">
          <ac:chgData name="Liu, Yang" userId="f5cb7a41-e920-4ce0-ad55-a6edfe2cdd3b" providerId="ADAL" clId="{2E47C2C9-193A-4A2A-8F17-8CB3F235343B}" dt="2024-06-04T15:48:09.169" v="567" actId="26606"/>
          <ac:spMkLst>
            <pc:docMk/>
            <pc:sldMk cId="3894703183" sldId="266"/>
            <ac:spMk id="11" creationId="{BCED4D40-4B67-4331-AC48-79B82B4A47D8}"/>
          </ac:spMkLst>
        </pc:spChg>
        <pc:spChg chg="add">
          <ac:chgData name="Liu, Yang" userId="f5cb7a41-e920-4ce0-ad55-a6edfe2cdd3b" providerId="ADAL" clId="{2E47C2C9-193A-4A2A-8F17-8CB3F235343B}" dt="2024-06-04T15:48:09.169" v="567" actId="26606"/>
          <ac:spMkLst>
            <pc:docMk/>
            <pc:sldMk cId="3894703183" sldId="266"/>
            <ac:spMk id="13" creationId="{670CEDEF-4F34-412E-84EE-329C1E936AF5}"/>
          </ac:spMkLst>
        </pc:spChg>
        <pc:graphicFrameChg chg="add mod modGraphic">
          <ac:chgData name="Liu, Yang" userId="f5cb7a41-e920-4ce0-ad55-a6edfe2cdd3b" providerId="ADAL" clId="{2E47C2C9-193A-4A2A-8F17-8CB3F235343B}" dt="2024-06-04T15:49:11.081" v="571" actId="1076"/>
          <ac:graphicFrameMkLst>
            <pc:docMk/>
            <pc:sldMk cId="3894703183" sldId="266"/>
            <ac:graphicFrameMk id="2" creationId="{24908ECB-C006-3393-550F-002B0CFCEC86}"/>
          </ac:graphicFrameMkLst>
        </pc:graphicFrameChg>
        <pc:graphicFrameChg chg="del">
          <ac:chgData name="Liu, Yang" userId="f5cb7a41-e920-4ce0-ad55-a6edfe2cdd3b" providerId="ADAL" clId="{2E47C2C9-193A-4A2A-8F17-8CB3F235343B}" dt="2024-06-04T15:47:33.340" v="561" actId="478"/>
          <ac:graphicFrameMkLst>
            <pc:docMk/>
            <pc:sldMk cId="3894703183" sldId="266"/>
            <ac:graphicFrameMk id="4" creationId="{C567BE9F-8FF8-F64E-6441-7EE0B381A8F3}"/>
          </ac:graphicFrameMkLst>
        </pc:graphicFrameChg>
        <pc:graphicFrameChg chg="del">
          <ac:chgData name="Liu, Yang" userId="f5cb7a41-e920-4ce0-ad55-a6edfe2cdd3b" providerId="ADAL" clId="{2E47C2C9-193A-4A2A-8F17-8CB3F235343B}" dt="2024-06-04T15:47:42.449" v="564" actId="478"/>
          <ac:graphicFrameMkLst>
            <pc:docMk/>
            <pc:sldMk cId="3894703183" sldId="266"/>
            <ac:graphicFrameMk id="10" creationId="{49A1C135-47B1-EBFA-8F93-05D22320D9DB}"/>
          </ac:graphicFrameMkLst>
        </pc:graphicFrameChg>
      </pc:sldChg>
      <pc:sldChg chg="addSp delSp modSp add mod ord">
        <pc:chgData name="Liu, Yang" userId="f5cb7a41-e920-4ce0-ad55-a6edfe2cdd3b" providerId="ADAL" clId="{2E47C2C9-193A-4A2A-8F17-8CB3F235343B}" dt="2024-06-04T16:11:37.630" v="655" actId="20577"/>
        <pc:sldMkLst>
          <pc:docMk/>
          <pc:sldMk cId="2525780239" sldId="267"/>
        </pc:sldMkLst>
        <pc:spChg chg="mod">
          <ac:chgData name="Liu, Yang" userId="f5cb7a41-e920-4ce0-ad55-a6edfe2cdd3b" providerId="ADAL" clId="{2E47C2C9-193A-4A2A-8F17-8CB3F235343B}" dt="2024-06-04T16:00:34.584" v="577" actId="20577"/>
          <ac:spMkLst>
            <pc:docMk/>
            <pc:sldMk cId="2525780239" sldId="267"/>
            <ac:spMk id="2" creationId="{BE7E44A6-C2AA-C2CC-3965-E59704A07812}"/>
          </ac:spMkLst>
        </pc:spChg>
        <pc:spChg chg="add del mod">
          <ac:chgData name="Liu, Yang" userId="f5cb7a41-e920-4ce0-ad55-a6edfe2cdd3b" providerId="ADAL" clId="{2E47C2C9-193A-4A2A-8F17-8CB3F235343B}" dt="2024-06-04T16:11:13.047" v="601" actId="478"/>
          <ac:spMkLst>
            <pc:docMk/>
            <pc:sldMk cId="2525780239" sldId="267"/>
            <ac:spMk id="5" creationId="{D495445F-6ACB-2C87-48C2-22F05D0B5C30}"/>
          </ac:spMkLst>
        </pc:spChg>
        <pc:spChg chg="mod">
          <ac:chgData name="Liu, Yang" userId="f5cb7a41-e920-4ce0-ad55-a6edfe2cdd3b" providerId="ADAL" clId="{2E47C2C9-193A-4A2A-8F17-8CB3F235343B}" dt="2024-06-04T16:10:51.711" v="600" actId="1076"/>
          <ac:spMkLst>
            <pc:docMk/>
            <pc:sldMk cId="2525780239" sldId="267"/>
            <ac:spMk id="6" creationId="{69871993-A7C2-8CFE-81D8-D017471C5576}"/>
          </ac:spMkLst>
        </pc:spChg>
        <pc:spChg chg="add mod">
          <ac:chgData name="Liu, Yang" userId="f5cb7a41-e920-4ce0-ad55-a6edfe2cdd3b" providerId="ADAL" clId="{2E47C2C9-193A-4A2A-8F17-8CB3F235343B}" dt="2024-06-04T16:11:37.630" v="655" actId="20577"/>
          <ac:spMkLst>
            <pc:docMk/>
            <pc:sldMk cId="2525780239" sldId="267"/>
            <ac:spMk id="7" creationId="{970C0C0B-5817-7367-946F-4DE29DDDC96C}"/>
          </ac:spMkLst>
        </pc:spChg>
        <pc:graphicFrameChg chg="mod modGraphic">
          <ac:chgData name="Liu, Yang" userId="f5cb7a41-e920-4ce0-ad55-a6edfe2cdd3b" providerId="ADAL" clId="{2E47C2C9-193A-4A2A-8F17-8CB3F235343B}" dt="2024-06-04T16:10:37.875" v="599" actId="20577"/>
          <ac:graphicFrameMkLst>
            <pc:docMk/>
            <pc:sldMk cId="2525780239" sldId="267"/>
            <ac:graphicFrameMk id="4" creationId="{C567BE9F-8FF8-F64E-6441-7EE0B381A8F3}"/>
          </ac:graphicFrameMkLst>
        </pc:graphicFrameChg>
      </pc:sldChg>
      <pc:sldChg chg="addSp delSp modSp new mod">
        <pc:chgData name="Liu, Yang" userId="f5cb7a41-e920-4ce0-ad55-a6edfe2cdd3b" providerId="ADAL" clId="{2E47C2C9-193A-4A2A-8F17-8CB3F235343B}" dt="2024-06-04T16:15:27.936" v="803" actId="255"/>
        <pc:sldMkLst>
          <pc:docMk/>
          <pc:sldMk cId="1858712899" sldId="268"/>
        </pc:sldMkLst>
        <pc:spChg chg="del">
          <ac:chgData name="Liu, Yang" userId="f5cb7a41-e920-4ce0-ad55-a6edfe2cdd3b" providerId="ADAL" clId="{2E47C2C9-193A-4A2A-8F17-8CB3F235343B}" dt="2024-06-04T16:12:06.941" v="657" actId="478"/>
          <ac:spMkLst>
            <pc:docMk/>
            <pc:sldMk cId="1858712899" sldId="268"/>
            <ac:spMk id="2" creationId="{65CC11D2-8A68-1F4D-742C-01EA3FA1FB8B}"/>
          </ac:spMkLst>
        </pc:spChg>
        <pc:spChg chg="del">
          <ac:chgData name="Liu, Yang" userId="f5cb7a41-e920-4ce0-ad55-a6edfe2cdd3b" providerId="ADAL" clId="{2E47C2C9-193A-4A2A-8F17-8CB3F235343B}" dt="2024-06-04T16:12:08.902" v="658" actId="478"/>
          <ac:spMkLst>
            <pc:docMk/>
            <pc:sldMk cId="1858712899" sldId="268"/>
            <ac:spMk id="3" creationId="{18E88D3D-F847-AF22-9BD7-F1ADE7041A62}"/>
          </ac:spMkLst>
        </pc:spChg>
        <pc:spChg chg="add mod">
          <ac:chgData name="Liu, Yang" userId="f5cb7a41-e920-4ce0-ad55-a6edfe2cdd3b" providerId="ADAL" clId="{2E47C2C9-193A-4A2A-8F17-8CB3F235343B}" dt="2024-06-04T16:12:20.534" v="700" actId="20577"/>
          <ac:spMkLst>
            <pc:docMk/>
            <pc:sldMk cId="1858712899" sldId="268"/>
            <ac:spMk id="4" creationId="{E022B04E-7754-DBC5-1F2E-3AA6C81C7C9A}"/>
          </ac:spMkLst>
        </pc:spChg>
        <pc:spChg chg="add mod">
          <ac:chgData name="Liu, Yang" userId="f5cb7a41-e920-4ce0-ad55-a6edfe2cdd3b" providerId="ADAL" clId="{2E47C2C9-193A-4A2A-8F17-8CB3F235343B}" dt="2024-06-04T16:15:27.936" v="803" actId="255"/>
          <ac:spMkLst>
            <pc:docMk/>
            <pc:sldMk cId="1858712899" sldId="268"/>
            <ac:spMk id="6" creationId="{E6BB508D-EB97-56C4-0224-721BE59E26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0F21-9682-BEB1-6D2A-D0FD11AF0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10886-6C0B-5EDF-A5A7-EA1E4A117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6210-1D73-CA25-9290-BDE28B7C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F93CA-B2AA-6A3B-4F31-2B11B458B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98379-6973-7B9C-D5AF-4DAA3F80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1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D0E9-878C-B5B3-9739-F97CB53C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A58E-B964-2F47-AD19-EEFAA448B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573FF-AC16-C019-FD0C-DA7FA980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0B2D-0E2B-FC9E-9DCA-3CE77FAC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CC93-8001-51A7-33D1-0237490D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3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BF9C-7466-479C-AC1F-D5FC5396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09A58-AF1B-23B5-3736-C934421B4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C42B0-6276-CFE2-3B30-F9759316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651A4-1EEB-16F2-45A4-80132549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8E4E-B091-00B3-6124-C4CAAEE1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91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E454-65C8-175B-D0CC-D067C1A3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F785-4858-AB06-E8FD-ED384BEC9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8CBD1-687D-7977-BBE7-0F3947B21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99194-E77D-5442-EB54-39647662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D2A2F-C4EF-8774-03BE-8A1A236F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29ECF-8556-F7F0-ACFA-552C0D66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0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2A6D-55A5-AC2B-DA76-BC85484A9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E1B56-16A0-15BB-1A3E-0E0D24803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3ACBD-BA84-BF83-8135-72ADC13A0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22E7D-6223-3FC3-0884-F46FBF19C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2C255-3C3B-D4E8-0C90-D175210C4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C84E2-B6D8-CF7D-64FF-B4AC19BA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96E02-DF5F-13A6-DDFA-2FF50697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ED101-2C5E-A574-C3D4-FD1ECF7A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1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1D46-558B-9E7A-D8BE-6BE18B0F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D0AB8-C182-9273-43F5-26E33734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A73F8-46AD-007A-C64E-96BC6E43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32C53-E253-A38E-36BE-49DD24E5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2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9BD79-3563-94D4-A814-C0CE7F46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94908-D26A-D765-CA92-0A3BE858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27E37-4670-5EFC-07D7-90F9543C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2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9005-3993-5575-45C5-6395A981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D2F30-3770-EA74-D1F1-F44E4E55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7D4C4-46E5-8A62-7355-4F2FD4657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EFAD8-E44A-908D-CEE0-1B2A34A7F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C2626-4CE7-EA41-2BC6-766FD3236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5E6B1-B89F-2A65-D938-A3957302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14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F0E3-647A-DDA6-06EC-BC8155FD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87069-723B-5911-CCDD-F0E3FA81C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2FED5-2DE2-3C1E-C2B2-871ED8D7A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96E0F-D0CE-5659-8C39-944C5CF4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39F56-3932-4FA6-5EE3-BEBAEB0C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06960-6B26-E5AD-49A4-E10F052D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9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0DB3-7F24-1C5E-D6E3-057FCD73F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386E9-6161-8F54-A962-67943A7DD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0CE27-4654-988C-8582-4D050A70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AA393-EFC4-5EAF-E994-D15343DF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0A110-C560-55E3-5D5E-08975F31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5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13646-3E52-5BB5-D2F3-236F23420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34589-C758-49D7-551D-09DFDD433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8CB1C-4558-AEB9-3912-EDA1A630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F3D44-F324-3460-5E5F-71E5D0A0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16488-D27A-1EA9-B9AD-F2A6BB3C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1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90AED-DB98-E81D-8D65-9FE37AE4B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6877-CFB9-D427-A44B-84835CD58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8BF64-5DA6-5F8C-7191-B68ADD104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70428-7870-42C9-A35E-AE3AAAE3EF6B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5BEFE-903F-E152-FEBC-A0C1601B2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B7760-002A-B0BF-A84C-634E5B22F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908BF-60AE-4660-8FF4-B9852E73B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8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041054"/>
              </p:ext>
            </p:extLst>
          </p:nvPr>
        </p:nvGraphicFramePr>
        <p:xfrm>
          <a:off x="473526" y="1811991"/>
          <a:ext cx="11244948" cy="17370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Before(retro)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92302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9546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Convey serious news about a patient's illness to the patient or family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1EEBB-BC83-ADAF-62E5-C4D1C6E2018C}"/>
              </a:ext>
            </a:extLst>
          </p:cNvPr>
          <p:cNvSpPr txBox="1"/>
          <p:nvPr/>
        </p:nvSpPr>
        <p:spPr>
          <a:xfrm>
            <a:off x="1175657" y="1262743"/>
            <a:ext cx="309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Likert scale</a:t>
            </a:r>
          </a:p>
        </p:txBody>
      </p:sp>
    </p:spTree>
    <p:extLst>
      <p:ext uri="{BB962C8B-B14F-4D97-AF65-F5344CB8AC3E}">
        <p14:creationId xmlns:p14="http://schemas.microsoft.com/office/powerpoint/2010/main" val="343277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231065"/>
              </p:ext>
            </p:extLst>
          </p:nvPr>
        </p:nvGraphicFramePr>
        <p:xfrm>
          <a:off x="473526" y="1811991"/>
          <a:ext cx="11244948" cy="17370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Before(retro)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92302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9546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Convey serious news about a patient's illness to the patient or family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BA558-8A7F-6CAF-2FB3-ABEC24F26637}"/>
              </a:ext>
            </a:extLst>
          </p:cNvPr>
          <p:cNvSpPr txBox="1"/>
          <p:nvPr/>
        </p:nvSpPr>
        <p:spPr>
          <a:xfrm>
            <a:off x="1175657" y="1262743"/>
            <a:ext cx="309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Binary</a:t>
            </a:r>
          </a:p>
        </p:txBody>
      </p:sp>
    </p:spTree>
    <p:extLst>
      <p:ext uri="{BB962C8B-B14F-4D97-AF65-F5344CB8AC3E}">
        <p14:creationId xmlns:p14="http://schemas.microsoft.com/office/powerpoint/2010/main" val="293028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09734"/>
              </p:ext>
            </p:extLst>
          </p:nvPr>
        </p:nvGraphicFramePr>
        <p:xfrm>
          <a:off x="2574468" y="2388934"/>
          <a:ext cx="4686303" cy="21370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1562101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1562101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</a:tblGrid>
              <a:tr h="576943">
                <a:tc rowSpan="2"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Before (retro)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After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923020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32415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9546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Convey serious news about a patient's illness to the patient or family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BA558-8A7F-6CAF-2FB3-ABEC24F26637}"/>
              </a:ext>
            </a:extLst>
          </p:cNvPr>
          <p:cNvSpPr txBox="1"/>
          <p:nvPr/>
        </p:nvSpPr>
        <p:spPr>
          <a:xfrm>
            <a:off x="1175657" y="1262743"/>
            <a:ext cx="309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100288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079333"/>
              </p:ext>
            </p:extLst>
          </p:nvPr>
        </p:nvGraphicFramePr>
        <p:xfrm>
          <a:off x="2574468" y="2388934"/>
          <a:ext cx="4686303" cy="213704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1562101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1562101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</a:tblGrid>
              <a:tr h="576943">
                <a:tc rowSpan="2"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Before (retro)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After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unprepared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prepared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unprepared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923020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prepared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32415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9546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Convey serious news about a patient's illness to the patient or family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BA558-8A7F-6CAF-2FB3-ABEC24F26637}"/>
              </a:ext>
            </a:extLst>
          </p:cNvPr>
          <p:cNvSpPr txBox="1"/>
          <p:nvPr/>
        </p:nvSpPr>
        <p:spPr>
          <a:xfrm>
            <a:off x="1175657" y="1262743"/>
            <a:ext cx="309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Contingency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8E826-BC74-FA67-E068-AF4661A56BCD}"/>
              </a:ext>
            </a:extLst>
          </p:cNvPr>
          <p:cNvSpPr txBox="1"/>
          <p:nvPr/>
        </p:nvSpPr>
        <p:spPr>
          <a:xfrm>
            <a:off x="1273629" y="5133592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contingency table is not suitable for </a:t>
            </a:r>
            <a:r>
              <a:rPr lang="en-US" sz="2400" dirty="0" err="1"/>
              <a:t>McNemar’s</a:t>
            </a:r>
            <a:r>
              <a:rPr lang="en-US" sz="2400" dirty="0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287046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294379"/>
              </p:ext>
            </p:extLst>
          </p:nvPr>
        </p:nvGraphicFramePr>
        <p:xfrm>
          <a:off x="473526" y="1811991"/>
          <a:ext cx="11244948" cy="17370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 (retro)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92302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10232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Q1: Convey serious news about a patient's illness to the patient or family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1EEBB-BC83-ADAF-62E5-C4D1C6E2018C}"/>
              </a:ext>
            </a:extLst>
          </p:cNvPr>
          <p:cNvSpPr txBox="1"/>
          <p:nvPr/>
        </p:nvSpPr>
        <p:spPr>
          <a:xfrm>
            <a:off x="1175657" y="1262743"/>
            <a:ext cx="309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Likert scale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4C9734-73CE-4E5A-AB38-033B4C9D6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645696"/>
              </p:ext>
            </p:extLst>
          </p:nvPr>
        </p:nvGraphicFramePr>
        <p:xfrm>
          <a:off x="1175657" y="4062852"/>
          <a:ext cx="6906988" cy="10969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6747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1726747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1726747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1726747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 (retro)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 (3, 4)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 (5, 5)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0.007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34DB12F-8C2A-29E4-7814-34AF324E544F}"/>
              </a:ext>
            </a:extLst>
          </p:cNvPr>
          <p:cNvSpPr txBox="1"/>
          <p:nvPr/>
        </p:nvSpPr>
        <p:spPr>
          <a:xfrm>
            <a:off x="1251857" y="3515093"/>
            <a:ext cx="4735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Wilcoxon Signed-Rank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903A0-7888-72E5-4D86-F63A72E88F03}"/>
              </a:ext>
            </a:extLst>
          </p:cNvPr>
          <p:cNvSpPr txBox="1"/>
          <p:nvPr/>
        </p:nvSpPr>
        <p:spPr>
          <a:xfrm>
            <a:off x="1175656" y="5364672"/>
            <a:ext cx="105428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Interpretation:</a:t>
            </a:r>
          </a:p>
          <a:p>
            <a:r>
              <a:rPr lang="en-US" sz="2400" dirty="0"/>
              <a:t>there is a statistically significant improvement in the perceived preparedness to "convey serious news about a patient's illness to the patient or family" after the training.</a:t>
            </a:r>
          </a:p>
        </p:txBody>
      </p:sp>
    </p:spTree>
    <p:extLst>
      <p:ext uri="{BB962C8B-B14F-4D97-AF65-F5344CB8AC3E}">
        <p14:creationId xmlns:p14="http://schemas.microsoft.com/office/powerpoint/2010/main" val="219150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/>
        </p:nvGraphicFramePr>
        <p:xfrm>
          <a:off x="473526" y="1811991"/>
          <a:ext cx="11244948" cy="12170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Before(retro)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10232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Why are we unable to run a statistical test on these data?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1EEBB-BC83-ADAF-62E5-C4D1C6E2018C}"/>
              </a:ext>
            </a:extLst>
          </p:cNvPr>
          <p:cNvSpPr txBox="1"/>
          <p:nvPr/>
        </p:nvSpPr>
        <p:spPr>
          <a:xfrm>
            <a:off x="1175657" y="1262743"/>
            <a:ext cx="7728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Reported after workshop: knowing what I didn’t know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0F1E8-D483-FCD9-9DFD-56B945C5B9CE}"/>
              </a:ext>
            </a:extLst>
          </p:cNvPr>
          <p:cNvSpPr txBox="1"/>
          <p:nvPr/>
        </p:nvSpPr>
        <p:spPr>
          <a:xfrm>
            <a:off x="1328057" y="3842657"/>
            <a:ext cx="1059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Reported before workshop: not knowing what I didn’t know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BF3EC-5D0A-82D2-DCB1-A755CAA9DB20}"/>
              </a:ext>
            </a:extLst>
          </p:cNvPr>
          <p:cNvSpPr txBox="1"/>
          <p:nvPr/>
        </p:nvSpPr>
        <p:spPr>
          <a:xfrm>
            <a:off x="4604657" y="3198167"/>
            <a:ext cx="7728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A1C135-47B1-EBFA-8F93-05D22320D9DB}"/>
              </a:ext>
            </a:extLst>
          </p:cNvPr>
          <p:cNvGraphicFramePr>
            <a:graphicFrameLocks noGrp="1"/>
          </p:cNvGraphicFramePr>
          <p:nvPr/>
        </p:nvGraphicFramePr>
        <p:xfrm>
          <a:off x="473526" y="4459701"/>
          <a:ext cx="11244948" cy="1280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Before(pre)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52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709586"/>
              </p:ext>
            </p:extLst>
          </p:nvPr>
        </p:nvGraphicFramePr>
        <p:xfrm>
          <a:off x="473526" y="1811991"/>
          <a:ext cx="11244948" cy="161700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retro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01632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936170" y="634778"/>
            <a:ext cx="10232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If we create unique ID based on a combination of age, gender, PGY level: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7E44A6-C2AA-C2CC-3965-E59704A07812}"/>
              </a:ext>
            </a:extLst>
          </p:cNvPr>
          <p:cNvSpPr txBox="1"/>
          <p:nvPr/>
        </p:nvSpPr>
        <p:spPr>
          <a:xfrm>
            <a:off x="1807028" y="4144548"/>
            <a:ext cx="7728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Matched N=7</a:t>
            </a:r>
          </a:p>
        </p:txBody>
      </p:sp>
    </p:spTree>
    <p:extLst>
      <p:ext uri="{BB962C8B-B14F-4D97-AF65-F5344CB8AC3E}">
        <p14:creationId xmlns:p14="http://schemas.microsoft.com/office/powerpoint/2010/main" val="182278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51711"/>
              </p:ext>
            </p:extLst>
          </p:nvPr>
        </p:nvGraphicFramePr>
        <p:xfrm>
          <a:off x="473526" y="1811991"/>
          <a:ext cx="11244948" cy="121702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Before(retro)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783770" y="290462"/>
            <a:ext cx="102325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Helvetica LT Pro" panose="020B0504020202020204" pitchFamily="34" charset="0"/>
              </a:rPr>
              <a:t>Option: Descriptive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1EEBB-BC83-ADAF-62E5-C4D1C6E2018C}"/>
              </a:ext>
            </a:extLst>
          </p:cNvPr>
          <p:cNvSpPr txBox="1"/>
          <p:nvPr/>
        </p:nvSpPr>
        <p:spPr>
          <a:xfrm>
            <a:off x="1175657" y="1262743"/>
            <a:ext cx="7728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Reported after workshop: knowing what I didn’t know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0F1E8-D483-FCD9-9DFD-56B945C5B9CE}"/>
              </a:ext>
            </a:extLst>
          </p:cNvPr>
          <p:cNvSpPr txBox="1"/>
          <p:nvPr/>
        </p:nvSpPr>
        <p:spPr>
          <a:xfrm>
            <a:off x="1328057" y="3842657"/>
            <a:ext cx="1059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Reported before workshop: not knowing what I didn’t know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BF3EC-5D0A-82D2-DCB1-A755CAA9DB20}"/>
              </a:ext>
            </a:extLst>
          </p:cNvPr>
          <p:cNvSpPr txBox="1"/>
          <p:nvPr/>
        </p:nvSpPr>
        <p:spPr>
          <a:xfrm>
            <a:off x="4604657" y="3198167"/>
            <a:ext cx="7728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A1C135-47B1-EBFA-8F93-05D22320D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319714"/>
              </p:ext>
            </p:extLst>
          </p:nvPr>
        </p:nvGraphicFramePr>
        <p:xfrm>
          <a:off x="473526" y="4459701"/>
          <a:ext cx="11244948" cy="1280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 LT Pro" panose="020B0504020202020204" pitchFamily="34" charset="0"/>
                        </a:rPr>
                        <a:t>ID?</a:t>
                      </a:r>
                    </a:p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Before(pre)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55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Option: Descriptive statistics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908ECB-C006-3393-550F-002B0CFCE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962860"/>
              </p:ext>
            </p:extLst>
          </p:nvPr>
        </p:nvGraphicFramePr>
        <p:xfrm>
          <a:off x="472440" y="2337432"/>
          <a:ext cx="11548877" cy="2335536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381979">
                  <a:extLst>
                    <a:ext uri="{9D8B030D-6E8A-4147-A177-3AD203B41FA5}">
                      <a16:colId xmlns:a16="http://schemas.microsoft.com/office/drawing/2014/main" val="3845728475"/>
                    </a:ext>
                  </a:extLst>
                </a:gridCol>
                <a:gridCol w="1381979">
                  <a:extLst>
                    <a:ext uri="{9D8B030D-6E8A-4147-A177-3AD203B41FA5}">
                      <a16:colId xmlns:a16="http://schemas.microsoft.com/office/drawing/2014/main" val="857863471"/>
                    </a:ext>
                  </a:extLst>
                </a:gridCol>
                <a:gridCol w="1381979">
                  <a:extLst>
                    <a:ext uri="{9D8B030D-6E8A-4147-A177-3AD203B41FA5}">
                      <a16:colId xmlns:a16="http://schemas.microsoft.com/office/drawing/2014/main" val="2764975412"/>
                    </a:ext>
                  </a:extLst>
                </a:gridCol>
                <a:gridCol w="521628">
                  <a:extLst>
                    <a:ext uri="{9D8B030D-6E8A-4147-A177-3AD203B41FA5}">
                      <a16:colId xmlns:a16="http://schemas.microsoft.com/office/drawing/2014/main" val="283627322"/>
                    </a:ext>
                  </a:extLst>
                </a:gridCol>
                <a:gridCol w="521628">
                  <a:extLst>
                    <a:ext uri="{9D8B030D-6E8A-4147-A177-3AD203B41FA5}">
                      <a16:colId xmlns:a16="http://schemas.microsoft.com/office/drawing/2014/main" val="2690639213"/>
                    </a:ext>
                  </a:extLst>
                </a:gridCol>
                <a:gridCol w="521628">
                  <a:extLst>
                    <a:ext uri="{9D8B030D-6E8A-4147-A177-3AD203B41FA5}">
                      <a16:colId xmlns:a16="http://schemas.microsoft.com/office/drawing/2014/main" val="1066938464"/>
                    </a:ext>
                  </a:extLst>
                </a:gridCol>
                <a:gridCol w="521628">
                  <a:extLst>
                    <a:ext uri="{9D8B030D-6E8A-4147-A177-3AD203B41FA5}">
                      <a16:colId xmlns:a16="http://schemas.microsoft.com/office/drawing/2014/main" val="1935873855"/>
                    </a:ext>
                  </a:extLst>
                </a:gridCol>
                <a:gridCol w="521628">
                  <a:extLst>
                    <a:ext uri="{9D8B030D-6E8A-4147-A177-3AD203B41FA5}">
                      <a16:colId xmlns:a16="http://schemas.microsoft.com/office/drawing/2014/main" val="481849913"/>
                    </a:ext>
                  </a:extLst>
                </a:gridCol>
                <a:gridCol w="2159814">
                  <a:extLst>
                    <a:ext uri="{9D8B030D-6E8A-4147-A177-3AD203B41FA5}">
                      <a16:colId xmlns:a16="http://schemas.microsoft.com/office/drawing/2014/main" val="3298231151"/>
                    </a:ext>
                  </a:extLst>
                </a:gridCol>
                <a:gridCol w="1810282">
                  <a:extLst>
                    <a:ext uri="{9D8B030D-6E8A-4147-A177-3AD203B41FA5}">
                      <a16:colId xmlns:a16="http://schemas.microsoft.com/office/drawing/2014/main" val="271029350"/>
                    </a:ext>
                  </a:extLst>
                </a:gridCol>
                <a:gridCol w="504884">
                  <a:extLst>
                    <a:ext uri="{9D8B030D-6E8A-4147-A177-3AD203B41FA5}">
                      <a16:colId xmlns:a16="http://schemas.microsoft.com/office/drawing/2014/main" val="3441993066"/>
                    </a:ext>
                  </a:extLst>
                </a:gridCol>
                <a:gridCol w="319820">
                  <a:extLst>
                    <a:ext uri="{9D8B030D-6E8A-4147-A177-3AD203B41FA5}">
                      <a16:colId xmlns:a16="http://schemas.microsoft.com/office/drawing/2014/main" val="1291543773"/>
                    </a:ext>
                  </a:extLst>
                </a:gridCol>
              </a:tblGrid>
              <a:tr h="77851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How prepared were you prior to this workshop to…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Proportion rating 4 or 5 on 5 point Likert scale (5 = very prepared)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extLst>
                  <a:ext uri="{0D108BD9-81ED-4DB2-BD59-A6C34878D82A}">
                    <a16:rowId xmlns:a16="http://schemas.microsoft.com/office/drawing/2014/main" val="3978094973"/>
                  </a:ext>
                </a:extLst>
              </a:tr>
              <a:tr h="778512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Rated prior to workshop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Rated post workshop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  <a:highlight>
                            <a:srgbClr val="E7E6E6"/>
                          </a:highlight>
                        </a:rPr>
                        <a:t> 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E7E6E6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extLst>
                  <a:ext uri="{0D108BD9-81ED-4DB2-BD59-A6C34878D82A}">
                    <a16:rowId xmlns:a16="http://schemas.microsoft.com/office/drawing/2014/main" val="3961328602"/>
                  </a:ext>
                </a:extLst>
              </a:tr>
              <a:tr h="778512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 dirty="0">
                          <a:effectLst/>
                        </a:rPr>
                        <a:t>Convey serious news about a patient's illness to the patient or family member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8 (72.7%)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7 (63.6%)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537" marR="11537" marT="1153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80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703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7BE9F-8FF8-F64E-6441-7EE0B381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501534"/>
              </p:ext>
            </p:extLst>
          </p:nvPr>
        </p:nvGraphicFramePr>
        <p:xfrm>
          <a:off x="473526" y="1811991"/>
          <a:ext cx="11244948" cy="17370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7079">
                  <a:extLst>
                    <a:ext uri="{9D8B030D-6E8A-4147-A177-3AD203B41FA5}">
                      <a16:colId xmlns:a16="http://schemas.microsoft.com/office/drawing/2014/main" val="13114458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290191739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1863244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74430993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58378210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244259808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07041224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4256250196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679091435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579082252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64346848"/>
                    </a:ext>
                  </a:extLst>
                </a:gridCol>
                <a:gridCol w="937079">
                  <a:extLst>
                    <a:ext uri="{9D8B030D-6E8A-4147-A177-3AD203B41FA5}">
                      <a16:colId xmlns:a16="http://schemas.microsoft.com/office/drawing/2014/main" val="3984425869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endParaRPr lang="en-US" dirty="0">
                        <a:latin typeface="Helvetica LT Pro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 LT Pro" panose="020B0504020202020204" pitchFamily="34" charset="0"/>
                        </a:rPr>
                        <a:t>ID#11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70018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retro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0792621"/>
                  </a:ext>
                </a:extLst>
              </a:tr>
              <a:tr h="5200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Helvetica LT Pro" panose="020B0504020202020204" pitchFamily="34" charset="0"/>
                        </a:rPr>
                        <a:t>30d 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Helvetica LT Pro" panose="020B05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800" b="1" kern="1200" dirty="0">
                        <a:solidFill>
                          <a:schemeClr val="tx1"/>
                        </a:solidFill>
                        <a:latin typeface="Helvetica LT Pro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01632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71993-A7C2-8CFE-81D8-D017471C5576}"/>
              </a:ext>
            </a:extLst>
          </p:cNvPr>
          <p:cNvSpPr txBox="1"/>
          <p:nvPr/>
        </p:nvSpPr>
        <p:spPr>
          <a:xfrm>
            <a:off x="631370" y="1168084"/>
            <a:ext cx="10232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T Pro" panose="020B0504020202020204" pitchFamily="34" charset="0"/>
              </a:rPr>
              <a:t>If we create unique ID based on a combination of age, gender, PGY level: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7E44A6-C2AA-C2CC-3965-E59704A07812}"/>
              </a:ext>
            </a:extLst>
          </p:cNvPr>
          <p:cNvSpPr txBox="1"/>
          <p:nvPr/>
        </p:nvSpPr>
        <p:spPr>
          <a:xfrm>
            <a:off x="1807028" y="4144548"/>
            <a:ext cx="7728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Matched N=4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C0C0B-5817-7367-946F-4DE29DDDC96C}"/>
              </a:ext>
            </a:extLst>
          </p:cNvPr>
          <p:cNvSpPr txBox="1"/>
          <p:nvPr/>
        </p:nvSpPr>
        <p:spPr>
          <a:xfrm>
            <a:off x="783770" y="290462"/>
            <a:ext cx="102325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Helvetica LT Pro" panose="020B0504020202020204" pitchFamily="34" charset="0"/>
              </a:rPr>
              <a:t>30 d post workshop data</a:t>
            </a:r>
          </a:p>
        </p:txBody>
      </p:sp>
    </p:spTree>
    <p:extLst>
      <p:ext uri="{BB962C8B-B14F-4D97-AF65-F5344CB8AC3E}">
        <p14:creationId xmlns:p14="http://schemas.microsoft.com/office/powerpoint/2010/main" val="252578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22B04E-7754-DBC5-1F2E-3AA6C81C7C9A}"/>
              </a:ext>
            </a:extLst>
          </p:cNvPr>
          <p:cNvSpPr txBox="1"/>
          <p:nvPr/>
        </p:nvSpPr>
        <p:spPr>
          <a:xfrm>
            <a:off x="783770" y="290462"/>
            <a:ext cx="102325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Helvetica LT Pro" panose="020B0504020202020204" pitchFamily="34" charset="0"/>
              </a:rPr>
              <a:t>Take home message: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B508D-EB97-56C4-0224-721BE59E266C}"/>
              </a:ext>
            </a:extLst>
          </p:cNvPr>
          <p:cNvSpPr txBox="1"/>
          <p:nvPr/>
        </p:nvSpPr>
        <p:spPr>
          <a:xfrm>
            <a:off x="914399" y="1305342"/>
            <a:ext cx="1010194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Is there a significant difference between participant reports of their pre-workshop preparedness rating before workshop and retroactively after workshop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Descriptive statistics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Is there a significant difference between participant reports of pre-workshop preparedness rating and immediate post-workshop rating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Descriptive statistics</a:t>
            </a:r>
            <a:endParaRPr lang="en-US" sz="2400" dirty="0">
              <a:solidFill>
                <a:srgbClr val="000000"/>
              </a:solidFill>
              <a:effectLst/>
              <a:highlight>
                <a:srgbClr val="00FF00"/>
              </a:highlight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Is there a significant difference between participant reports of pre-workshop preparedness rated retroactively after workshop and immediate post-workshop rating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Wilcoxon Signed-Rank test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Is there a significant difference between participant reports of pre-workshop preparedness rated retroactively after workshop and 30-day post rating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Descriptive statistics</a:t>
            </a:r>
            <a:endParaRPr lang="en-US" sz="2000" dirty="0">
              <a:solidFill>
                <a:srgbClr val="000000"/>
              </a:solidFill>
              <a:effectLst/>
              <a:highlight>
                <a:srgbClr val="00FF00"/>
              </a:highlight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71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882</Words>
  <Application>Microsoft Office PowerPoint</Application>
  <PresentationFormat>Widescreen</PresentationFormat>
  <Paragraphs>350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Helvetica LT Pro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Michigan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Liu, Yang</dc:creator>
  <cp:lastModifiedBy>Liu, Yang</cp:lastModifiedBy>
  <cp:revision>1</cp:revision>
  <dcterms:created xsi:type="dcterms:W3CDTF">2024-06-04T14:48:46Z</dcterms:created>
  <dcterms:modified xsi:type="dcterms:W3CDTF">2024-06-04T20:34:16Z</dcterms:modified>
</cp:coreProperties>
</file>